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Nuni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Nunito-boldItalic.fntdata"/><Relationship Id="rId9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unito-regular.fntdata"/><Relationship Id="rId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66e6eb38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66e6eb38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